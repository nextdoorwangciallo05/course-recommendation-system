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517" r:id="rId4"/>
    <p:sldId id="269" r:id="rId5"/>
    <p:sldId id="488" r:id="rId6"/>
    <p:sldId id="518" r:id="rId7"/>
    <p:sldId id="519" r:id="rId8"/>
    <p:sldId id="504" r:id="rId9"/>
    <p:sldId id="520" r:id="rId10"/>
    <p:sldId id="521" r:id="rId11"/>
    <p:sldId id="523" r:id="rId12"/>
    <p:sldId id="522" r:id="rId13"/>
    <p:sldId id="52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EE261-CF6A-4CD9-9966-6FDF855B7F4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5048F-7968-4F86-B5F4-F01B66658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07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zh-CN" sz="1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zh-CN" sz="1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535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zh-CN" sz="1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261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en-US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武汉理工</a:t>
            </a: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37FC4-E4B3-7248-BBD9-69685D7D30C0}" type="slidenum">
              <a:rPr lang="uk-UA" smtClean="0"/>
              <a:t>7</a:t>
            </a:fld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en-US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武汉理工</a:t>
            </a: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37FC4-E4B3-7248-BBD9-69685D7D30C0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5513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en-US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武汉理工</a:t>
            </a: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37FC4-E4B3-7248-BBD9-69685D7D30C0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418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['</a:t>
            </a:r>
            <a:r>
              <a:rPr lang="zh-CN" altLang="en-US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武汉理工</a:t>
            </a:r>
            <a:r>
              <a:rPr lang="en-US" altLang="zh-CN" sz="1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37FC4-E4B3-7248-BBD9-69685D7D30C0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9353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333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2C5B-B533-5CBA-50DC-038487AA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C94B75-1545-499C-F7BE-61359220E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FBAC99-401A-BF02-C640-CCF168C52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46291-2101-8CB6-C88D-241BA196D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37FC4-E4B3-7248-BBD9-69685D7D30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07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9B10F-056E-1E3A-4EB8-7D79F7558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C04964-5486-E241-74DA-6D3418C09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1BE92A-0A8F-679F-9BDA-0B90C38F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D1421-7FF0-1F4D-B1AF-4F6BB041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00D597-8CF6-13D5-C466-5615E843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1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C90EC-4FF2-8C18-5F08-F3991B1A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BECE7-49ED-B3EB-BFA5-989329FA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43B5B-D84F-0622-5633-048FA96A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60535-19C4-4FC2-1DBE-1422DC67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6E76E-7EA4-802C-F61A-F3666C4A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79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0FD1E-8339-50C1-2107-CC476DE1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FA04F7-C1C0-AE12-EA2F-0965C6D0F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D5492-3D1D-DBD6-90AF-2C48D9B4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076768-DB10-CEF8-C77E-89646383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91D916-14B7-0C4C-D918-F51608B8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96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866CF-0DB8-ACE6-274D-8B2CEB9C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E6B8D3-D2AE-3CD9-16DB-B5A5AB501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164B48-4AE8-3017-040C-93EB0F211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8C29C0-5280-FB04-BF84-EBD00F748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A466A-918A-28D4-724F-C14D45C7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7A3C0F-8DEF-89E5-A1A4-723EAEA6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73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D629D-14CB-2AA3-3A1F-214EDE0D3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BAFE5C-029C-28EE-DA0C-EED5D9F7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3AD3C-27FB-9EC8-C05F-FC1195352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CC20C3-0C01-1857-1053-615AAFA63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8EC20F-B58E-E35E-9A7D-F6D40B658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DD1BA8-1547-107B-8F3E-D568737F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6BD424-7CA5-15AF-BFB4-EC64E477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4C146-9F02-F946-1A4F-91288261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03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2B2C3-786C-200B-0719-E308D871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69F644-25DE-BC5E-D362-36B0446B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9491D3-68A9-6921-0450-E4A7FA27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5FFE7B-967F-7C45-3D19-866F3117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78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E59F86-711D-0CC0-DAA4-90048673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73A440-A2FE-1C21-3B64-92D8CF81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E2CCBA-7D4A-17EA-3BC1-4F148E29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48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AE598-B160-18E6-7327-C461C82F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9131E-0603-EDF1-60C6-883A450C2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3F22C-14D6-6BFE-115F-B7A4273D1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79D90F-99E9-B7C5-E0F7-FC30FAAF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2EF148-C50C-CC53-C54C-52CE6360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430217-55A8-F865-0677-22678A93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18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12B50-5EDA-0E77-ABEA-E76F8154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15101E-F604-A896-BDE3-545685B9D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FA0A1D-7CFF-EE2A-EA07-4DC039B69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928E7-BE0A-ED55-F9A2-991CD902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1E51BF-DEAD-0BE7-B54C-F5D23908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F3C769-4E77-2176-534D-5916BECA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78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62546-3CB3-FF6F-22C9-A88FC95A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CB665F-93DA-C728-5EF3-1EACD1E00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D18E0-8062-454B-2330-8CD63888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74E7B-AE00-F54C-47DD-4703431C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914A9E-6F4F-1245-7E84-85FB39AA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9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79BE01-3454-9C6A-2822-2D807187A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C2106C-A687-5CEC-94D4-A156F2621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31CE1B-285C-AEDA-8744-E785579D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362D5-A83D-410E-EEEA-9E38CB0D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99977D-CF33-715C-AEC9-652B1628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140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D971-8FAF-7F4C-A5CD-C93A7C41E792}" type="datetimeFigureOut">
              <a:rPr lang="zh-CN" altLang="en-US"/>
              <a:t>2024/10/28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D275-4700-8B4A-9E9B-EB9791A58471}" type="slidenum">
              <a:rPr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838200" y="974899"/>
            <a:ext cx="10515600" cy="736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6164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献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sz="2400"/>
            </a:lvl1pPr>
            <a:lvl2pPr marL="914400" indent="-4572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/>
            </a:lvl2pPr>
            <a:lvl3pPr marL="1371600" indent="-4572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/>
            </a:lvl3pPr>
            <a:lvl4pPr marL="1714500" indent="-3429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/>
            </a:lvl4pPr>
            <a:lvl5pPr marL="2171700" indent="-3429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D971-8FAF-7F4C-A5CD-C93A7C41E792}" type="datetimeFigureOut">
              <a:rPr lang="zh-CN" altLang="en-US"/>
              <a:t>2024/10/28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D275-4700-8B4A-9E9B-EB9791A58471}" type="slidenum">
              <a:rPr/>
              <a:t>‹#›</a:t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974899"/>
            <a:ext cx="10515600" cy="736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8001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文献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Paper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Authors</a:t>
            </a:r>
            <a:r>
              <a:rPr lang="en-US" altLang="zh-CN"/>
              <a:t>,</a:t>
            </a:r>
            <a:r>
              <a:rPr lang="zh-CN" altLang="en-US"/>
              <a:t> </a:t>
            </a:r>
            <a:r>
              <a:rPr lang="en-US"/>
              <a:t>Journal</a:t>
            </a:r>
            <a:r>
              <a:rPr lang="en-US" altLang="zh-CN"/>
              <a:t>,</a:t>
            </a:r>
            <a:r>
              <a:rPr lang="zh-CN" altLang="en-US"/>
              <a:t> </a:t>
            </a:r>
            <a:r>
              <a:rPr lang="en-US" altLang="zh-CN"/>
              <a:t>year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D971-8FAF-7F4C-A5CD-C93A7C41E792}" type="datetimeFigureOut">
              <a:rPr lang="zh-CN" altLang="en-US"/>
              <a:t>2024/10/28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D275-4700-8B4A-9E9B-EB9791A58471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49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D971-8FAF-7F4C-A5CD-C93A7C41E792}" type="datetimeFigureOut">
              <a:rPr lang="zh-CN" altLang="en-US"/>
              <a:t>2024/10/28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D275-4700-8B4A-9E9B-EB9791A58471}" type="slidenum">
              <a:r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720084" y="2921168"/>
            <a:ext cx="475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0" i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Thank</a:t>
            </a:r>
            <a:r>
              <a:rPr lang="zh-CN" altLang="en-US" sz="6000" b="0" i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6000" b="0" i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You!</a:t>
            </a:r>
            <a:endParaRPr lang="en-US" sz="6000" b="0" i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0941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128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925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D971-8FAF-7F4C-A5CD-C93A7C41E792}" type="datetimeFigureOut">
              <a:rPr lang="zh-CN" altLang="en-US"/>
              <a:t>2024/10/28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D275-4700-8B4A-9E9B-EB9791A58471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3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F145AC-DD89-AC20-ACA8-6BC746C1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766FFE-A10A-A4AD-1E6F-5CD873B0C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0B2404-E786-E642-0F4A-C853865F1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3685-73F1-49E3-93D3-79DE45408F17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820F8-F856-80E9-3484-751A8D802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E0CC1-5328-B345-DF67-256CFECBE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823B6-D75A-485B-9D03-4C04F7F1A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26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74899"/>
            <a:ext cx="10515600" cy="736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0D971-8FAF-7F4C-A5CD-C93A7C41E792}" type="datetimeFigureOut">
              <a:rPr lang="zh-CN" altLang="en-US"/>
              <a:t>2024/10/28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D275-4700-8B4A-9E9B-EB9791A58471}" type="slidenum">
              <a:r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6840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845" y="221110"/>
            <a:ext cx="2534755" cy="55764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2641601" y="670756"/>
            <a:ext cx="9526016" cy="108000"/>
          </a:xfrm>
          <a:prstGeom prst="rect">
            <a:avLst/>
          </a:prstGeom>
          <a:gradFill flip="none" rotWithShape="1">
            <a:gsLst>
              <a:gs pos="50000">
                <a:srgbClr val="A2B9E2"/>
              </a:gs>
              <a:gs pos="0">
                <a:schemeClr val="accent1"/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641600" y="362979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1400" b="0" i="0" spc="0" baseline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智能生物信息实验室</a:t>
            </a:r>
            <a:endParaRPr lang="en-US" sz="1400" b="0" i="0" spc="0" baseline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633195"/>
            <a:ext cx="12192000" cy="252957"/>
          </a:xfrm>
          <a:prstGeom prst="rect">
            <a:avLst/>
          </a:prstGeom>
          <a:gradFill>
            <a:gsLst>
              <a:gs pos="50000">
                <a:srgbClr val="A2B9E2"/>
              </a:gs>
              <a:gs pos="0">
                <a:schemeClr val="accent1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715367" y="6605785"/>
            <a:ext cx="1779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1400" b="0" i="0" spc="0" baseline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厚德博学   追求卓越</a:t>
            </a:r>
            <a:endParaRPr lang="en-US" sz="1400" b="0" i="0" spc="0" baseline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73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python/python-install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www.runoob.com/python3/python3-tutorial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zeroheitao/article/details/122925845?ops_request_misc=&amp;request_id=&amp;biz_id=102&amp;utm_term=neo4j%E5%AE%89%E8%A3%85&amp;utm_medium=distribute.pc_search_result.none-task-blog-2~all~sobaiduweb~default-1-122925845.142%5ev100%5econtrol&amp;spm=1018.2226.3001.418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52855464/article/details/129227091?ops_request_misc=%257B%2522request%255Fid%2522%253A%25221EDDC962-391F-4804-9F6C-EEA79189A181%2522%252C%2522scm%2522%253A%252220140713.130102334..%2522%257D&amp;request_id=1EDDC962-391F-4804-9F6C-EEA79189A181&amp;biz_id=0&amp;utm_medium=distribute.pc_search_result.none-task-blog-2~all~top_positive~default-2-129227091-null-null.142%5ev100%5econtrol&amp;utm_term=mongodb%E5%AE%89%E8%A3%85&amp;spm=1018.2226.3001.418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liuhuanyong/QASystemOnMedicalKG/issues" TargetMode="External"/><Relationship Id="rId5" Type="http://schemas.openxmlformats.org/officeDocument/2006/relationships/hyperlink" Target="https://jbk.39.net/" TargetMode="External"/><Relationship Id="rId4" Type="http://schemas.openxmlformats.org/officeDocument/2006/relationships/hyperlink" Target="https://jib.xywy.com/il_sii/drug/1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97661"/>
            <a:ext cx="9144000" cy="1071563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问答系统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实验指导书</a:t>
            </a:r>
            <a:endParaRPr 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74501"/>
            <a:ext cx="9144000" cy="1163926"/>
          </a:xfrm>
        </p:spPr>
        <p:txBody>
          <a:bodyPr>
            <a:normAutofit/>
          </a:bodyPr>
          <a:lstStyle/>
          <a:p>
            <a:r>
              <a:rPr lang="en-US" altLang="zh-CN" dirty="0"/>
              <a:t>2024.10.xx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85054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知识图谱作为一种结构化知识表达手段，以实体作为节点，属性或关系作为边，构建出一个网络化的知识体系。通过构建知识图谱，我们能够实现对信息的有效管理与深入分析，进而提高服务的效率与质量。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本实验通过一个具体的知识图谱问答系统项目，要求学生自己复现程序，挖掘目标信息，并且对信息进行分析利用。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通过工程实践加深对理论知识的深入理解和综合应用，进一步提高实际动手能力。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目的</a:t>
            </a:r>
            <a:endParaRPr lang="en-US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5317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项目运行环境的安装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项目配置修改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疾病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医药知识图谱的创建与导入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基于知识图谱的问答系统的运行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讲解内容</a:t>
            </a:r>
            <a:endParaRPr lang="en-US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3835" y="86108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项目运行环境安装</a:t>
            </a:r>
          </a:p>
        </p:txBody>
      </p:sp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j-cs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697374" y="186354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检查电脑是否有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环境：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3" action="ppaction://hlinkfile"/>
              </a:rPr>
              <a:t>Python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3" action="ppaction://hlinkfile"/>
              </a:rPr>
              <a:t>环境搭建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初入门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推荐编辑器：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Vscode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Pycharm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包：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py2neo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ahocorasick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pymongo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lxml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跨平台的包和环境管理器：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Anaconda/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miniconda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（简易版）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BD7FFE-DA0F-DAA8-B38D-A1600F2B2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83" y="2444607"/>
            <a:ext cx="10297391" cy="621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3835" y="86108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项目运行环境安装</a:t>
            </a:r>
          </a:p>
        </p:txBody>
      </p:sp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j-cs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697374" y="186354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Neo4j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知识图谱是图结构数据，因此图数据库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Neo4j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与图数据相适应。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Neo4j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是基于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的图形数据库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jdk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jdk8)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安装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Neo4j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3.Neo4j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环境变量配置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3"/>
              </a:rPr>
              <a:t>Neo4j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3"/>
              </a:rPr>
              <a:t>安装教程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EE6DB7-83D8-1FB7-B34B-48FE87D72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182" y="3690457"/>
            <a:ext cx="7112000" cy="259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1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3835" y="86108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项目运行环境安装</a:t>
            </a:r>
          </a:p>
        </p:txBody>
      </p:sp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j-cs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697374" y="1863541"/>
            <a:ext cx="10931208" cy="4351338"/>
          </a:xfrm>
        </p:spPr>
        <p:txBody>
          <a:bodyPr>
            <a:norm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3"/>
              </a:rPr>
              <a:t>Mongodb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3"/>
              </a:rPr>
              <a:t>安装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（可选）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Mongodb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是类似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数据格式的分布式文件数据库，前端使用较多。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57F6E8-1AAB-56C4-DB7F-D16309045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266" y="3074383"/>
            <a:ext cx="9023927" cy="355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2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内容占位符 1">
            <a:extLst>
              <a:ext uri="{FF2B5EF4-FFF2-40B4-BE49-F238E27FC236}">
                <a16:creationId xmlns:a16="http://schemas.microsoft.com/office/drawing/2014/main" id="{74DC561F-308F-BAE7-DC14-9C0A3E032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4023" y="2299529"/>
            <a:ext cx="4163852" cy="2775901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663834" y="96026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项目配置修改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596D66-B898-F1C1-8391-04A8A3F1F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58" y="3157871"/>
            <a:ext cx="7462251" cy="1428949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96BA1B57-BF61-C591-CA25-4B15F0C7A0FA}"/>
              </a:ext>
            </a:extLst>
          </p:cNvPr>
          <p:cNvSpPr/>
          <p:nvPr/>
        </p:nvSpPr>
        <p:spPr>
          <a:xfrm>
            <a:off x="4347875" y="3733799"/>
            <a:ext cx="323272" cy="2770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C9C4F-D523-450B-2AE8-44CAB8E8688E}"/>
              </a:ext>
            </a:extLst>
          </p:cNvPr>
          <p:cNvSpPr txBox="1"/>
          <p:nvPr/>
        </p:nvSpPr>
        <p:spPr>
          <a:xfrm>
            <a:off x="184023" y="5205238"/>
            <a:ext cx="5696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User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Neo4j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数据库用户名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Password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Neo4j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数据库密码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ADE810-0858-BCDC-352B-BC337DB273E2}"/>
              </a:ext>
            </a:extLst>
          </p:cNvPr>
          <p:cNvSpPr txBox="1"/>
          <p:nvPr/>
        </p:nvSpPr>
        <p:spPr>
          <a:xfrm>
            <a:off x="4781279" y="5205238"/>
            <a:ext cx="733683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可能出现版本不兼容的报错问题，需要修改连接数据库的代码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663834" y="96026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知识图谱创建与导入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44D472C-0798-98F6-9A67-8E2C95C6E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429" y="182922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python build_medicalgraph.py</a:t>
            </a:r>
            <a:r>
              <a:rPr lang="zh-CN" altLang="it-IT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该过程需要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1-2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小时。</a:t>
            </a:r>
          </a:p>
          <a:p>
            <a:pPr marL="0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通过提供的</a:t>
            </a:r>
            <a:r>
              <a:rPr lang="it-IT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json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文件构建知识图谱并存储在</a:t>
            </a:r>
            <a:r>
              <a:rPr lang="it-IT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Neo4j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数据库中。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0F677EB-D2DA-675C-764A-D5D4D5C8E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29" y="3260859"/>
            <a:ext cx="5508884" cy="30398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FF37EF4-1632-1675-5F82-4EA499648A97}"/>
              </a:ext>
            </a:extLst>
          </p:cNvPr>
          <p:cNvSpPr txBox="1"/>
          <p:nvPr/>
        </p:nvSpPr>
        <p:spPr>
          <a:xfrm>
            <a:off x="6530686" y="3260859"/>
            <a:ext cx="5508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可能会出现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GBK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编码错误，需要将打开文件编码方式改为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UTF-8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59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663834" y="96026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基于知识图谱的问答系统的运行</a:t>
            </a:r>
          </a:p>
        </p:txBody>
      </p:sp>
      <p:pic>
        <p:nvPicPr>
          <p:cNvPr id="2" name="内容占位符 1">
            <a:extLst>
              <a:ext uri="{FF2B5EF4-FFF2-40B4-BE49-F238E27FC236}">
                <a16:creationId xmlns:a16="http://schemas.microsoft.com/office/drawing/2014/main" id="{6378585A-8CE0-D6F5-3D8D-429630290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56220" y="1967021"/>
            <a:ext cx="8574748" cy="419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9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/>
          <p:cNvSpPr txBox="1"/>
          <p:nvPr/>
        </p:nvSpPr>
        <p:spPr>
          <a:xfrm>
            <a:off x="7994136" y="5309636"/>
            <a:ext cx="3500490" cy="1741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663834" y="960264"/>
            <a:ext cx="10830791" cy="100675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参考版本配置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171563-01B4-BC69-7EF3-B1B703F1B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en-US" altLang="zh-CN" dirty="0"/>
              <a:t> 2023.1.2</a:t>
            </a:r>
          </a:p>
          <a:p>
            <a:r>
              <a:rPr lang="en-US" altLang="zh-CN" dirty="0"/>
              <a:t>Neo4j 3.4.1(community)</a:t>
            </a:r>
          </a:p>
          <a:p>
            <a:r>
              <a:rPr lang="en-US" altLang="zh-CN" dirty="0"/>
              <a:t>Python 3.7</a:t>
            </a:r>
          </a:p>
          <a:p>
            <a:r>
              <a:rPr lang="en-US" altLang="zh-CN" dirty="0"/>
              <a:t>Py2neo 2021.2.4</a:t>
            </a:r>
          </a:p>
          <a:p>
            <a:r>
              <a:rPr lang="en-US" altLang="zh-CN" dirty="0" err="1"/>
              <a:t>Pyahocorasick</a:t>
            </a:r>
            <a:r>
              <a:rPr lang="en-US" altLang="zh-CN" dirty="0"/>
              <a:t> 2.0.0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813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11857"/>
            <a:ext cx="10515600" cy="399842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GUI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界面，美观整洁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实现数据爬取和数据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Mongodb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Mongodb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数据处理，并输出为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数据爬取实现随机代理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池功能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对数据进行个性化词云展示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针对上述扩展的可行性思路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......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扩展内容</a:t>
            </a:r>
            <a:endParaRPr lang="en-US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842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CA88-33F5-8BEF-CF3F-CFE3B91C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27DF42-D312-BC41-061E-14BD5402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补充说明</a:t>
            </a:r>
            <a:endParaRPr lang="en-US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55BCA43-B9B4-77F7-28DA-759D80E10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0699"/>
            <a:ext cx="5951736" cy="207282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ABE359C-3833-496C-F8B9-8A8D5532B81D}"/>
              </a:ext>
            </a:extLst>
          </p:cNvPr>
          <p:cNvSpPr txBox="1"/>
          <p:nvPr/>
        </p:nvSpPr>
        <p:spPr>
          <a:xfrm>
            <a:off x="6789936" y="1205863"/>
            <a:ext cx="55313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根据提供的源码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理解数据爬取过程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data_spider.py</a:t>
            </a: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理解数据处理过程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build_data.py</a:t>
            </a: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熟悉流程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分点分析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17FB26-A60E-9362-5BC6-BC5D991B1FA7}"/>
              </a:ext>
            </a:extLst>
          </p:cNvPr>
          <p:cNvSpPr txBox="1"/>
          <p:nvPr/>
        </p:nvSpPr>
        <p:spPr>
          <a:xfrm>
            <a:off x="838200" y="3883519"/>
            <a:ext cx="99660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注意内容：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数据爬取过程较长，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小时左右或以上，可以只爬取一部分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源代码缺少一部分内容：没有爬取并发症代码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寻医问药网：针对某种疾病的药品信息现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4"/>
              </a:rPr>
              <a:t>无法获取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hlinkClick r:id="rId5"/>
              </a:rPr>
              <a:t>39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hlinkClick r:id="rId5"/>
              </a:rPr>
              <a:t>健康网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：该网站信息较全，实现有难度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hlinkClick r:id="rId6"/>
              </a:rPr>
              <a:t>其他常见问题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99421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常用页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537</Words>
  <Application>Microsoft Office PowerPoint</Application>
  <PresentationFormat>宽屏</PresentationFormat>
  <Paragraphs>88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Microsoft YaHei Light</vt:lpstr>
      <vt:lpstr>等线</vt:lpstr>
      <vt:lpstr>等线 Light</vt:lpstr>
      <vt:lpstr>仿宋</vt:lpstr>
      <vt:lpstr>华文楷体</vt:lpstr>
      <vt:lpstr>楷体</vt:lpstr>
      <vt:lpstr>Microsoft YaHei</vt:lpstr>
      <vt:lpstr>Arial</vt:lpstr>
      <vt:lpstr>Calibri</vt:lpstr>
      <vt:lpstr>Calibri Light</vt:lpstr>
      <vt:lpstr>Times New Roman</vt:lpstr>
      <vt:lpstr>Office 主题​​</vt:lpstr>
      <vt:lpstr>常用页面</vt:lpstr>
      <vt:lpstr>《问答系统》实验指导书</vt:lpstr>
      <vt:lpstr>目的</vt:lpstr>
      <vt:lpstr>讲解内容</vt:lpstr>
      <vt:lpstr>项目运行环境安装</vt:lpstr>
      <vt:lpstr>项目运行环境安装</vt:lpstr>
      <vt:lpstr>项目运行环境安装</vt:lpstr>
      <vt:lpstr>项目配置修改</vt:lpstr>
      <vt:lpstr>知识图谱创建与导入</vt:lpstr>
      <vt:lpstr>基于知识图谱的问答系统的运行</vt:lpstr>
      <vt:lpstr>参考版本配置</vt:lpstr>
      <vt:lpstr>扩展内容</vt:lpstr>
      <vt:lpstr>补充说明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yf z</dc:creator>
  <cp:lastModifiedBy>yf z</cp:lastModifiedBy>
  <cp:revision>5</cp:revision>
  <dcterms:created xsi:type="dcterms:W3CDTF">2024-10-25T04:18:15Z</dcterms:created>
  <dcterms:modified xsi:type="dcterms:W3CDTF">2024-10-28T13:52:51Z</dcterms:modified>
</cp:coreProperties>
</file>